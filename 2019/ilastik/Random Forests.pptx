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EE318-F380-A24D-9169-8B862F779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FF6596-4419-5E4D-B618-88C594D23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DE8C4-B2C2-774E-A0B6-BC7D209D3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19FC-8660-834C-BE77-748588DBC7A6}" type="datetimeFigureOut">
              <a:rPr lang="en-US" smtClean="0"/>
              <a:t>8/22/19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68027-B3AD-2547-810E-5F85BF60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4EA5A-3D6B-4C4B-AF2F-68F595048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E1A-A24E-1947-BB07-2691AAE0D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9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61F1-071A-4B48-9C20-5D86BA5B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5AF47-58B9-0448-A457-63CECC825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44552-C0F7-574B-9804-07F855816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19FC-8660-834C-BE77-748588DBC7A6}" type="datetimeFigureOut">
              <a:rPr lang="en-US" smtClean="0"/>
              <a:t>8/22/19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0257F-279C-4D4A-977C-6C7306023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051D0-B30F-0041-A1AB-453E26671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E1A-A24E-1947-BB07-2691AAE0D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70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491EE-3510-3749-84ED-69155D717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7A237-C0AB-D145-AB9A-023123812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BEADF-82B0-C044-B9EA-B260D75BB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19FC-8660-834C-BE77-748588DBC7A6}" type="datetimeFigureOut">
              <a:rPr lang="en-US" smtClean="0"/>
              <a:t>8/22/19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8D693-0D4E-0E47-AE9D-A0B7967C6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BE611-7E74-4E45-BF15-C989CE06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E1A-A24E-1947-BB07-2691AAE0D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6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9DF05-BB4D-9E4A-B2DC-6DBC01D2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CEB5C-804B-EE47-84E7-D819DCD9F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09DA6-BC87-4043-A3DC-2F00C7E41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DDB0E-E8A3-7645-9D76-C30CB99B7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19FC-8660-834C-BE77-748588DBC7A6}" type="datetimeFigureOut">
              <a:rPr lang="en-US" smtClean="0"/>
              <a:t>8/22/19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93322-0D1D-0648-8F86-64CC90159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013EC-5B05-3E4E-B46E-F60E3BA3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E1A-A24E-1947-BB07-2691AAE0D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0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CDDC8-64D0-9845-A931-63ACBEC2B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26274-8C69-4948-A912-A30733BE5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0891A-C3F8-674E-8B16-3D9E40813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01E484-D819-144D-A99E-1D6475891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6A19EB-5636-FB44-91BF-20300224B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8663E0-F3BE-6945-B11C-67AD75B37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19FC-8660-834C-BE77-748588DBC7A6}" type="datetimeFigureOut">
              <a:rPr lang="en-US" smtClean="0"/>
              <a:t>8/22/19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DB179-E521-2A49-8551-5F5B5B255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FD310F-0C9A-6845-8B28-6282397F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E1A-A24E-1947-BB07-2691AAE0D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25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D53A-AAA6-2146-95DD-DC0037C1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16A2C-4C3E-3044-B42E-57D4B96B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19FC-8660-834C-BE77-748588DBC7A6}" type="datetimeFigureOut">
              <a:rPr lang="en-US" smtClean="0"/>
              <a:t>8/22/19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0E5FCF-E068-8E41-92E4-312B8FC9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69169-45B9-9D4E-93B0-1F2377ECC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E1A-A24E-1947-BB07-2691AAE0D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9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B2A3B-585A-A945-B5B9-3804D007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19FC-8660-834C-BE77-748588DBC7A6}" type="datetimeFigureOut">
              <a:rPr lang="en-US" smtClean="0"/>
              <a:t>8/22/19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2404E-63F4-3249-A32E-048C732F9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7067D-3216-674D-9C7D-88446BA3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E1A-A24E-1947-BB07-2691AAE0D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50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B8A0-0FB4-3B42-B5E3-71EE21AB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6558F-DFEC-EE4E-B9D8-8558E361F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D25CE-4A21-634C-87F9-54482DB68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51428-846E-F641-9A58-6AB38F7D8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19FC-8660-834C-BE77-748588DBC7A6}" type="datetimeFigureOut">
              <a:rPr lang="en-US" smtClean="0"/>
              <a:t>8/22/19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458D8-C3B9-B240-8D91-17D6A1022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24111-E289-8F43-910A-E8EDA464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E1A-A24E-1947-BB07-2691AAE0D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D1A81-0A03-4D43-81C6-88DE31B29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65C5D6-9DBC-AA4A-8944-F8FAB8D919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AB363-62B3-4647-AD68-8E7FC2F15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BBD62-D525-E144-B6F5-8B832403E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19FC-8660-834C-BE77-748588DBC7A6}" type="datetimeFigureOut">
              <a:rPr lang="en-US" smtClean="0"/>
              <a:t>8/22/19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4E5D5-36E2-9F47-8115-AB639EC8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8B903-77CC-574C-9E53-33866EBE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E1A-A24E-1947-BB07-2691AAE0D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24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95DF-A687-CF4C-ABD3-3C6F8D0B5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06C33-411D-BC4F-8694-D022C0DCB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C588D-E742-A442-A3E5-F77D7DC35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19FC-8660-834C-BE77-748588DBC7A6}" type="datetimeFigureOut">
              <a:rPr lang="en-US" smtClean="0"/>
              <a:t>8/22/19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C74D7-CE37-5745-89B6-AD181E10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DE4F-1009-B148-BB3A-9B9671F1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E1A-A24E-1947-BB07-2691AAE0D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50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03B7D-DF18-CD49-BB27-C8D05ACA1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04786-4DDB-0542-BA82-DAC61DF27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FB142-594F-434A-8741-135C83852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19FC-8660-834C-BE77-748588DBC7A6}" type="datetimeFigureOut">
              <a:rPr lang="en-US" smtClean="0"/>
              <a:t>8/22/19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E1814-165B-F545-92AF-76DC5014A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40526-EFEE-BA44-824B-4FDCFAFF9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EE1A-A24E-1947-BB07-2691AAE0D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41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3BDA3F-25C8-F842-8B02-4ACF9712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5AAB3-5963-F844-8DD9-848349BE9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5F65E-04D6-CA42-9A2A-88D5AC012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219FC-8660-834C-BE77-748588DBC7A6}" type="datetimeFigureOut">
              <a:rPr lang="en-US" smtClean="0"/>
              <a:t>8/22/19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A27B6-EE24-2443-AEB8-C07AA6878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58528-5842-B34B-9F49-51CD1EE28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6EE1A-A24E-1947-BB07-2691AAE0D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8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EEBA-EA6F-154D-9781-668D57555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1"/>
            <a:ext cx="9144000" cy="2387600"/>
          </a:xfrm>
        </p:spPr>
        <p:txBody>
          <a:bodyPr/>
          <a:lstStyle/>
          <a:p>
            <a:r>
              <a:rPr lang="en-US" dirty="0"/>
              <a:t>What are Random Forests?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576656-83E0-A942-82F9-6350AF969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965" y="3060472"/>
            <a:ext cx="5058976" cy="3797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657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1447E-58CB-1248-997D-56DB6C0EE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What is a Decision Tree?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5A83D4-4032-B047-9DC3-0234109ACC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94" t="8388" r="1526"/>
          <a:stretch/>
        </p:blipFill>
        <p:spPr>
          <a:xfrm>
            <a:off x="0" y="2075934"/>
            <a:ext cx="6270167" cy="47820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5CF72C-F644-424B-8D98-277F975AA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843" y="2075934"/>
            <a:ext cx="5789157" cy="47820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FB2B2D-3CCA-BA4B-B67B-21C2F59CC515}"/>
              </a:ext>
            </a:extLst>
          </p:cNvPr>
          <p:cNvSpPr txBox="1"/>
          <p:nvPr/>
        </p:nvSpPr>
        <p:spPr>
          <a:xfrm>
            <a:off x="313037" y="1152604"/>
            <a:ext cx="115659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Nonlinear method for classification and regression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20 questions game analogy:  You have in your mind a binary object. A decision tree is an expert questioner who can ask the optimal set of questions to predict your object with 90% accuracy.   </a:t>
            </a:r>
          </a:p>
        </p:txBody>
      </p:sp>
    </p:spTree>
    <p:extLst>
      <p:ext uri="{BB962C8B-B14F-4D97-AF65-F5344CB8AC3E}">
        <p14:creationId xmlns:p14="http://schemas.microsoft.com/office/powerpoint/2010/main" val="3719691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BB6E13-6AA5-D64F-A701-7DC9C42FC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256" y="2692560"/>
            <a:ext cx="6603485" cy="302114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2F9B054-1565-024D-BA66-F412CB7BD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What is a Random Forest?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5CE11C-ABDF-4741-A842-A6ACA7337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44299"/>
            <a:ext cx="10515600" cy="85967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- Randomized decision trees on random subsamples.</a:t>
            </a:r>
          </a:p>
          <a:p>
            <a:pPr marL="0" indent="0">
              <a:buNone/>
            </a:pPr>
            <a:r>
              <a:rPr lang="en-US" dirty="0"/>
              <a:t>- Key idea: The average opinion of dumb questioners (weak learners) is better than the opinion of one expert questioner. </a:t>
            </a:r>
          </a:p>
        </p:txBody>
      </p:sp>
    </p:spTree>
    <p:extLst>
      <p:ext uri="{BB962C8B-B14F-4D97-AF65-F5344CB8AC3E}">
        <p14:creationId xmlns:p14="http://schemas.microsoft.com/office/powerpoint/2010/main" val="2621131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93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What are Random Forests?</vt:lpstr>
      <vt:lpstr>What is a Decision Tree?</vt:lpstr>
      <vt:lpstr>What is a Random Forest?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are Random Forests?</dc:title>
  <dc:creator>Andrew Chen</dc:creator>
  <cp:lastModifiedBy>Andrew Chen</cp:lastModifiedBy>
  <cp:revision>2</cp:revision>
  <dcterms:created xsi:type="dcterms:W3CDTF">2019-08-22T16:57:59Z</dcterms:created>
  <dcterms:modified xsi:type="dcterms:W3CDTF">2019-08-22T17:17:04Z</dcterms:modified>
</cp:coreProperties>
</file>